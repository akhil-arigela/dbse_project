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206240" cy="420624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5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982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 Listing &amp;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Tour Portal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normalized, distributed-backend platform connecting property buyers and sellers through searchable listings and immersive 360° virtual tours.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166360"/>
            <a:ext cx="2926080" cy="0"/>
          </a:xfrm>
          <a:prstGeom prst="line">
            <a:avLst/>
          </a:prstGeom>
          <a:noFill/>
          <a:ln w="25400">
            <a:solidFill>
              <a:srgbClr val="C993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349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  |   Trimester 4, Y25 (2026-2027)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715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No.]   |   </a:t>
            </a:r>
            <a:pPr indent="0" marL="0">
              <a:buNone/>
            </a:pPr>
            <a:r>
              <a:rPr lang="en-US" sz="1300" b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data slows real estate 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6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15341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93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Redundant, unnormalized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sites often duplicate property, agent, and media data across tables, wasting storage and risking inconsistency.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17373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011680"/>
            <a:ext cx="566928" cy="566928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1" name="Image 1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852" y="215341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93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 search results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75120" y="26060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indexing and schema design, filtered searches by location, price, or type degrade as the catalogue grows.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069080"/>
            <a:ext cx="566928" cy="566928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6" name="Image 2" descr="/home/claude/icons/v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421081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507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rich media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6634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360° virtual tour files are rarely modeled cleanly alongside relational listing data.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0" y="37947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069080"/>
            <a:ext cx="566928" cy="566928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21" name="Image 3" descr="/home/claude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852" y="421081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0507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concurrency handling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75120" y="46634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bookings, edits, and searches from many users can overload a single, non-distributed backend.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Listing &amp; Virtual Tour Portal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database-driven portal built for scale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schema normalized to 3NF, paired with a distributed backend, lets buyers search verified listings and take immersive virtual tours — while the system stays fast and consistent under real-world load.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1830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834640"/>
            <a:ext cx="685800" cy="68580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7" name="Image 0" descr="/home/claude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0" y="300609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49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Listings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property records with structured attributes for accurate, filterable search.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514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1830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2834640"/>
            <a:ext cx="685800" cy="68580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2" name="Image 1" descr="/home/claude/icons/v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30060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749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Tours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57600" y="42976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walkthroughs linked to listings via a hybrid media storage model.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514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1830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69480" y="2834640"/>
            <a:ext cx="685800" cy="68580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7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930" y="30060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3749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92240" y="42976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secure flows for buyers, sellers, and agents.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44000" y="25146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1830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104120" y="2834640"/>
            <a:ext cx="685800" cy="68580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22" name="Image 3" descr="/home/claude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570" y="300609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37490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Backend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26880" y="42976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connections, caching, and replication keep the system responsive.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Listing &amp; Virtual Tour Portal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schema, normalized to 3NF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502920" cy="50292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6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109978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Buyers, sellers, agents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55848" y="178308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7016" y="1984248"/>
            <a:ext cx="502920" cy="50292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1" name="Image 1" descr="/home/claude/icons/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746" y="210997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6060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38728" y="2926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listing attributes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78308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72784" y="1984248"/>
            <a:ext cx="502920" cy="50292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6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514" y="210997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6060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54496" y="2926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profiles &amp; assignments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787384" y="178308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88552" y="1984248"/>
            <a:ext cx="502920" cy="50292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21" name="Image 3" descr="/home/claude/icons/v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282" y="210997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70264" y="26060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970264" y="2926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360° tour assets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36576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1248" y="3858768"/>
            <a:ext cx="502920" cy="50292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26" name="Image 4" descr="/home/claude/icons/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" y="398449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960" y="4480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22960" y="4800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Site-visit scheduling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55848" y="36576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57016" y="3858768"/>
            <a:ext cx="502920" cy="50292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31" name="Image 5" descr="/home/claude/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2746" y="3984498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38728" y="4480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538728" y="4800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feedback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071616" y="36576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72784" y="3858768"/>
            <a:ext cx="502920" cy="50292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36" name="Image 6" descr="/home/claude/icons/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8514" y="3984498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54496" y="4480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254496" y="48006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deal records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787384" y="36576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16233F"/>
          </a:solidFill>
          <a:ln/>
        </p:spPr>
      </p:sp>
      <p:sp>
        <p:nvSpPr>
          <p:cNvPr id="40" name="Shape 31"/>
          <p:cNvSpPr/>
          <p:nvPr/>
        </p:nvSpPr>
        <p:spPr>
          <a:xfrm>
            <a:off x="8988552" y="38587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/home/claude/icons/lin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282" y="3984498"/>
            <a:ext cx="251460" cy="2514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970264" y="4480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by Foreign Keys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Listing &amp; Virtual Tour Portal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backend, built for concurrency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6233F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560320"/>
            <a:ext cx="548640" cy="54864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6" name="Image 0" descr="/home/claude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697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4930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UI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71800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474720" y="2377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6233F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560320"/>
            <a:ext cx="548640" cy="54864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12" name="Image 1" descr="/home/claude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6974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66160" y="34930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760720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263640" y="2377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6233F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0" y="2560320"/>
            <a:ext cx="548640" cy="54864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18" name="Image 2" descr="/home/claude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6974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55080" y="34930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549640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9052560" y="23774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6233F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21240" y="2560320"/>
            <a:ext cx="548640" cy="54864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24" name="Image 3" descr="/home/claud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6974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144000" y="34930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537960" y="425196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6233F"/>
          </a:solidFill>
          <a:ln/>
        </p:spPr>
      </p:sp>
      <p:sp>
        <p:nvSpPr>
          <p:cNvPr id="28" name="Shape 22"/>
          <p:cNvSpPr/>
          <p:nvPr/>
        </p:nvSpPr>
        <p:spPr>
          <a:xfrm>
            <a:off x="6720840" y="4434840"/>
            <a:ext cx="502920" cy="50292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29" name="Image 4" descr="/home/claude/icons/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570" y="4560570"/>
            <a:ext cx="251460" cy="2514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60920" y="4434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— media files (S3)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85800" y="5257800"/>
            <a:ext cx="91440" cy="91440"/>
          </a:xfrm>
          <a:prstGeom prst="ellipse">
            <a:avLst/>
          </a:prstGeom>
          <a:solidFill>
            <a:srgbClr val="C9932A"/>
          </a:solidFill>
          <a:ln/>
        </p:spPr>
      </p:sp>
      <p:sp>
        <p:nvSpPr>
          <p:cNvPr id="32" name="Text 25"/>
          <p:cNvSpPr/>
          <p:nvPr/>
        </p:nvSpPr>
        <p:spPr>
          <a:xfrm>
            <a:off x="896112" y="51389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 smooths concurrent read/write spikes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85800" y="5641848"/>
            <a:ext cx="91440" cy="91440"/>
          </a:xfrm>
          <a:prstGeom prst="ellipse">
            <a:avLst/>
          </a:prstGeom>
          <a:solidFill>
            <a:srgbClr val="C9932A"/>
          </a:solidFill>
          <a:ln/>
        </p:spPr>
      </p:sp>
      <p:sp>
        <p:nvSpPr>
          <p:cNvPr id="34" name="Text 27"/>
          <p:cNvSpPr/>
          <p:nvPr/>
        </p:nvSpPr>
        <p:spPr>
          <a:xfrm>
            <a:off x="896112" y="552297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 reduces repeated-query load on the DB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685800" y="6025896"/>
            <a:ext cx="91440" cy="91440"/>
          </a:xfrm>
          <a:prstGeom prst="ellipse">
            <a:avLst/>
          </a:prstGeom>
          <a:solidFill>
            <a:srgbClr val="C9932A"/>
          </a:solidFill>
          <a:ln/>
        </p:spPr>
      </p:sp>
      <p:sp>
        <p:nvSpPr>
          <p:cNvPr id="36" name="Text 29"/>
          <p:cNvSpPr/>
          <p:nvPr/>
        </p:nvSpPr>
        <p:spPr>
          <a:xfrm>
            <a:off x="896112" y="590702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keeps listings available during peak traffic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Listing &amp; Virtual Tour Portal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delivers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E1830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6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Filtered Search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304495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queries by location, price range, property type, and amenities.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E1830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920240"/>
            <a:ext cx="548640" cy="5486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1" name="Image 1" descr="/home/claude/icons/v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057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Virtual Tours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53712" y="304495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walkthroughs rendered via Three.js / Pannellum.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0144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E1830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38744" y="1920240"/>
            <a:ext cx="548640" cy="5486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6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0574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38744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38744" y="304495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Distinct, secure permissions for buyers, sellers, and agents.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E1830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21" name="Image 3" descr="/home/claude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434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892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Scheduling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533095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Transaction-managed site-visit bookings with conflict handling.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E1830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3712" y="4206240"/>
            <a:ext cx="548640" cy="5486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26" name="Image 4" descr="/home/claude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3434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892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53712" y="533095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 tied to properties and agents.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10144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E1830"/>
          </a:solidFill>
          <a:ln w="12700">
            <a:solidFill>
              <a:srgbClr val="26365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38744" y="4206240"/>
            <a:ext cx="548640" cy="5486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31" name="Image 5" descr="/home/claude/icons/syn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4" y="43434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38744" y="4892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38744" y="533095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strategies keep the portal online under load.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Listing &amp; Virtual Tour Portal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Frameworks, platforms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48256" cy="3977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2148840"/>
            <a:ext cx="548640" cy="5486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6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2286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168249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050" dirty="0"/>
          </a:p>
          <a:p>
            <a:pPr algn="l" marL="127000" indent="-1270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(caching)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1874520"/>
            <a:ext cx="2048256" cy="3977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84448" y="2148840"/>
            <a:ext cx="548640" cy="5486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1" name="Image 1" descr="/home/claud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2860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017520" y="3291840"/>
            <a:ext cx="168249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050" dirty="0"/>
          </a:p>
          <a:p>
            <a:pPr algn="l" marL="127000" indent="-1270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050" dirty="0"/>
          </a:p>
          <a:p>
            <a:pPr algn="l" marL="127000" indent="-1270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0" y="1874520"/>
            <a:ext cx="2048256" cy="3977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79008" y="2148840"/>
            <a:ext cx="548640" cy="5486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6" name="Image 2" descr="/home/claude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22860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38928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12080" y="3291840"/>
            <a:ext cx="168249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23760" y="1874520"/>
            <a:ext cx="2048256" cy="3977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73568" y="2148840"/>
            <a:ext cx="548640" cy="5486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21" name="Image 3" descr="/home/claude/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22860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3488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Media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06640" y="3291840"/>
            <a:ext cx="168249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/ Cloudinary</a:t>
            </a:r>
            <a:endParaRPr lang="en-US" sz="1050" dirty="0"/>
          </a:p>
          <a:p>
            <a:pPr algn="l" marL="127000" indent="-1270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/ Pannellum (360° tours)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18320" y="1874520"/>
            <a:ext cx="2048256" cy="39776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333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68128" y="2148840"/>
            <a:ext cx="548640" cy="5486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26" name="Image 4" descr="/home/claude/icons/lay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288" y="22860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28048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Tooling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601200" y="3291840"/>
            <a:ext cx="168249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  <a:p>
            <a:pPr algn="l" marL="127000" indent="-127000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Listing &amp; Virtual Tour Portal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SCALABILITY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hold up under real usage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Normalization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redundant data &amp; update anomalies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6233F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22860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47872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Storage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39312" y="37490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in DB, files in object storage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6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6318504" y="22860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Pooled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18504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9944" y="37490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concurrent read/write efficiently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51976" y="196596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9089136" y="22860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Replicated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89136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80576" y="37490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listings online at peak traffic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Listing &amp; Virtual Tour Portal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scalable, consistent real estate portal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system will demonstrate practical application of database normalization, indexing, transaction control, and distributed backend design — delivered as a working portal where buyers can search, tour, and book properties reliably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6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91" y="3515411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3924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Normalized, consistent relational schema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995928"/>
            <a:ext cx="384048" cy="384048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9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91" y="4082339"/>
            <a:ext cx="211226" cy="211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9593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indexed, filterable property search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4562856"/>
            <a:ext cx="384048" cy="384048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2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1" y="4649267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4526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360° virtual tour integration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0080" y="5129784"/>
            <a:ext cx="384048" cy="384048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15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91" y="5216195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50932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backend under concurrent load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Listing &amp; Virtual Tour Portal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206240" cy="420624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C9932A"/>
          </a:solidFill>
          <a:ln/>
        </p:spPr>
      </p:sp>
      <p:pic>
        <p:nvPicPr>
          <p:cNvPr id="5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21717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004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Listing &amp; Virtual Tour Portal  —  25CS1302E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2026-08-14T03:07:03Z</dcterms:created>
  <dcterms:modified xsi:type="dcterms:W3CDTF">2026-08-14T03:07:03Z</dcterms:modified>
</cp:coreProperties>
</file>